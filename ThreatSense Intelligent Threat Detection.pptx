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1" r:id="rId4"/>
    <p:sldId id="272" r:id="rId5"/>
    <p:sldId id="267" r:id="rId6"/>
    <p:sldId id="259" r:id="rId7"/>
    <p:sldId id="260" r:id="rId8"/>
    <p:sldId id="261" r:id="rId9"/>
    <p:sldId id="263" r:id="rId10"/>
    <p:sldId id="269" r:id="rId11"/>
    <p:sldId id="262" r:id="rId12"/>
    <p:sldId id="273" r:id="rId13"/>
    <p:sldId id="264" r:id="rId14"/>
    <p:sldId id="268" r:id="rId15"/>
    <p:sldId id="276" r:id="rId16"/>
    <p:sldId id="275" r:id="rId17"/>
    <p:sldId id="266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9658C-EE14-47C4-8EAF-F1749537B024}" v="2" dt="2025-11-17T18:08:58.538"/>
    <p1510:client id="{AB384506-45B8-4CB2-8079-111B1742155A}" v="8" dt="2025-11-17T16:27:27.0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Charan Annam" userId="6d9f449d26e800e4" providerId="LiveId" clId="{607657D1-C5A2-42B9-9B75-ED9468974083}"/>
    <pc:docChg chg="undo custSel addSld modSld sldOrd">
      <pc:chgData name="Sai Charan Annam" userId="6d9f449d26e800e4" providerId="LiveId" clId="{607657D1-C5A2-42B9-9B75-ED9468974083}" dt="2025-11-17T18:09:07.481" v="541" actId="20577"/>
      <pc:docMkLst>
        <pc:docMk/>
      </pc:docMkLst>
      <pc:sldChg chg="modSp mod">
        <pc:chgData name="Sai Charan Annam" userId="6d9f449d26e800e4" providerId="LiveId" clId="{607657D1-C5A2-42B9-9B75-ED9468974083}" dt="2025-11-17T15:37:35.686" v="93" actId="120"/>
        <pc:sldMkLst>
          <pc:docMk/>
          <pc:sldMk cId="164341997" sldId="257"/>
        </pc:sldMkLst>
        <pc:spChg chg="mod">
          <ac:chgData name="Sai Charan Annam" userId="6d9f449d26e800e4" providerId="LiveId" clId="{607657D1-C5A2-42B9-9B75-ED9468974083}" dt="2025-11-17T15:36:33.264" v="86" actId="1076"/>
          <ac:spMkLst>
            <pc:docMk/>
            <pc:sldMk cId="164341997" sldId="257"/>
            <ac:spMk id="2" creationId="{A96D4458-DBE8-E91B-A541-73CBAA847D71}"/>
          </ac:spMkLst>
        </pc:spChg>
        <pc:spChg chg="mod">
          <ac:chgData name="Sai Charan Annam" userId="6d9f449d26e800e4" providerId="LiveId" clId="{607657D1-C5A2-42B9-9B75-ED9468974083}" dt="2025-11-17T15:37:35.686" v="93" actId="120"/>
          <ac:spMkLst>
            <pc:docMk/>
            <pc:sldMk cId="164341997" sldId="257"/>
            <ac:spMk id="3" creationId="{C1E35CE1-D61D-A2F1-13AC-B41CD22DCF84}"/>
          </ac:spMkLst>
        </pc:spChg>
      </pc:sldChg>
      <pc:sldChg chg="modSp mod">
        <pc:chgData name="Sai Charan Annam" userId="6d9f449d26e800e4" providerId="LiveId" clId="{607657D1-C5A2-42B9-9B75-ED9468974083}" dt="2025-11-17T15:46:36.137" v="98" actId="20577"/>
        <pc:sldMkLst>
          <pc:docMk/>
          <pc:sldMk cId="3065130034" sldId="258"/>
        </pc:sldMkLst>
        <pc:spChg chg="mod">
          <ac:chgData name="Sai Charan Annam" userId="6d9f449d26e800e4" providerId="LiveId" clId="{607657D1-C5A2-42B9-9B75-ED9468974083}" dt="2025-11-17T15:46:36.137" v="98" actId="20577"/>
          <ac:spMkLst>
            <pc:docMk/>
            <pc:sldMk cId="3065130034" sldId="258"/>
            <ac:spMk id="3" creationId="{53AFDB1B-D73D-CE7C-407C-40250F506D51}"/>
          </ac:spMkLst>
        </pc:spChg>
      </pc:sldChg>
      <pc:sldChg chg="modSp mod">
        <pc:chgData name="Sai Charan Annam" userId="6d9f449d26e800e4" providerId="LiveId" clId="{607657D1-C5A2-42B9-9B75-ED9468974083}" dt="2025-11-17T15:47:02.270" v="103" actId="20577"/>
        <pc:sldMkLst>
          <pc:docMk/>
          <pc:sldMk cId="2278995604" sldId="259"/>
        </pc:sldMkLst>
        <pc:spChg chg="mod">
          <ac:chgData name="Sai Charan Annam" userId="6d9f449d26e800e4" providerId="LiveId" clId="{607657D1-C5A2-42B9-9B75-ED9468974083}" dt="2025-11-17T15:47:02.270" v="103" actId="20577"/>
          <ac:spMkLst>
            <pc:docMk/>
            <pc:sldMk cId="2278995604" sldId="259"/>
            <ac:spMk id="3" creationId="{D3D6EB92-AB02-9AA5-64C1-6CD78A253E61}"/>
          </ac:spMkLst>
        </pc:spChg>
      </pc:sldChg>
      <pc:sldChg chg="modSp mod">
        <pc:chgData name="Sai Charan Annam" userId="6d9f449d26e800e4" providerId="LiveId" clId="{607657D1-C5A2-42B9-9B75-ED9468974083}" dt="2025-11-17T15:18:57.066" v="28" actId="14100"/>
        <pc:sldMkLst>
          <pc:docMk/>
          <pc:sldMk cId="324969027" sldId="260"/>
        </pc:sldMkLst>
        <pc:spChg chg="mod">
          <ac:chgData name="Sai Charan Annam" userId="6d9f449d26e800e4" providerId="LiveId" clId="{607657D1-C5A2-42B9-9B75-ED9468974083}" dt="2025-11-17T15:18:57.066" v="28" actId="14100"/>
          <ac:spMkLst>
            <pc:docMk/>
            <pc:sldMk cId="324969027" sldId="260"/>
            <ac:spMk id="3" creationId="{FA2DFE21-0110-261B-8BC1-B8976990718F}"/>
          </ac:spMkLst>
        </pc:spChg>
      </pc:sldChg>
      <pc:sldChg chg="modSp mod">
        <pc:chgData name="Sai Charan Annam" userId="6d9f449d26e800e4" providerId="LiveId" clId="{607657D1-C5A2-42B9-9B75-ED9468974083}" dt="2025-11-17T15:53:32.276" v="193" actId="2711"/>
        <pc:sldMkLst>
          <pc:docMk/>
          <pc:sldMk cId="444651680" sldId="263"/>
        </pc:sldMkLst>
        <pc:spChg chg="mod">
          <ac:chgData name="Sai Charan Annam" userId="6d9f449d26e800e4" providerId="LiveId" clId="{607657D1-C5A2-42B9-9B75-ED9468974083}" dt="2025-11-17T15:51:03.300" v="156" actId="20577"/>
          <ac:spMkLst>
            <pc:docMk/>
            <pc:sldMk cId="444651680" sldId="263"/>
            <ac:spMk id="2" creationId="{E6CF3CC6-4869-667C-78E3-77016F8D74D7}"/>
          </ac:spMkLst>
        </pc:spChg>
        <pc:spChg chg="mod">
          <ac:chgData name="Sai Charan Annam" userId="6d9f449d26e800e4" providerId="LiveId" clId="{607657D1-C5A2-42B9-9B75-ED9468974083}" dt="2025-11-17T15:53:32.276" v="193" actId="2711"/>
          <ac:spMkLst>
            <pc:docMk/>
            <pc:sldMk cId="444651680" sldId="263"/>
            <ac:spMk id="3" creationId="{31F363F9-CD04-D996-0BA0-67BDC7B6C1A8}"/>
          </ac:spMkLst>
        </pc:spChg>
      </pc:sldChg>
      <pc:sldChg chg="modSp mod">
        <pc:chgData name="Sai Charan Annam" userId="6d9f449d26e800e4" providerId="LiveId" clId="{607657D1-C5A2-42B9-9B75-ED9468974083}" dt="2025-11-17T14:56:48.345" v="12" actId="20577"/>
        <pc:sldMkLst>
          <pc:docMk/>
          <pc:sldMk cId="325351548" sldId="264"/>
        </pc:sldMkLst>
        <pc:spChg chg="mod">
          <ac:chgData name="Sai Charan Annam" userId="6d9f449d26e800e4" providerId="LiveId" clId="{607657D1-C5A2-42B9-9B75-ED9468974083}" dt="2025-11-17T14:56:48.345" v="12" actId="20577"/>
          <ac:spMkLst>
            <pc:docMk/>
            <pc:sldMk cId="325351548" sldId="264"/>
            <ac:spMk id="3" creationId="{EFC9EF33-C82B-B883-FF18-AFB4844FDA6D}"/>
          </ac:spMkLst>
        </pc:spChg>
      </pc:sldChg>
      <pc:sldChg chg="modSp mod">
        <pc:chgData name="Sai Charan Annam" userId="6d9f449d26e800e4" providerId="LiveId" clId="{607657D1-C5A2-42B9-9B75-ED9468974083}" dt="2025-11-17T16:08:44.937" v="285" actId="20577"/>
        <pc:sldMkLst>
          <pc:docMk/>
          <pc:sldMk cId="1985573221" sldId="266"/>
        </pc:sldMkLst>
        <pc:spChg chg="mod">
          <ac:chgData name="Sai Charan Annam" userId="6d9f449d26e800e4" providerId="LiveId" clId="{607657D1-C5A2-42B9-9B75-ED9468974083}" dt="2025-11-17T16:08:44.937" v="285" actId="20577"/>
          <ac:spMkLst>
            <pc:docMk/>
            <pc:sldMk cId="1985573221" sldId="266"/>
            <ac:spMk id="4" creationId="{070F5D6B-C434-540F-A090-CA0AB78AA046}"/>
          </ac:spMkLst>
        </pc:spChg>
      </pc:sldChg>
      <pc:sldChg chg="modSp mod">
        <pc:chgData name="Sai Charan Annam" userId="6d9f449d26e800e4" providerId="LiveId" clId="{607657D1-C5A2-42B9-9B75-ED9468974083}" dt="2025-11-17T15:33:53.171" v="76"/>
        <pc:sldMkLst>
          <pc:docMk/>
          <pc:sldMk cId="2508754957" sldId="267"/>
        </pc:sldMkLst>
        <pc:spChg chg="mod">
          <ac:chgData name="Sai Charan Annam" userId="6d9f449d26e800e4" providerId="LiveId" clId="{607657D1-C5A2-42B9-9B75-ED9468974083}" dt="2025-11-17T15:33:53.171" v="76"/>
          <ac:spMkLst>
            <pc:docMk/>
            <pc:sldMk cId="2508754957" sldId="267"/>
            <ac:spMk id="2" creationId="{575FD8B6-B14A-C6F1-F82B-015F01340E9B}"/>
          </ac:spMkLst>
        </pc:spChg>
        <pc:spChg chg="mod">
          <ac:chgData name="Sai Charan Annam" userId="6d9f449d26e800e4" providerId="LiveId" clId="{607657D1-C5A2-42B9-9B75-ED9468974083}" dt="2025-11-17T15:25:01.741" v="61" actId="20577"/>
          <ac:spMkLst>
            <pc:docMk/>
            <pc:sldMk cId="2508754957" sldId="267"/>
            <ac:spMk id="3" creationId="{18DD014B-0B9E-CD6E-CF3B-37E4FE6C6C01}"/>
          </ac:spMkLst>
        </pc:spChg>
      </pc:sldChg>
      <pc:sldChg chg="modSp mod">
        <pc:chgData name="Sai Charan Annam" userId="6d9f449d26e800e4" providerId="LiveId" clId="{607657D1-C5A2-42B9-9B75-ED9468974083}" dt="2025-11-17T15:58:11.188" v="276" actId="20577"/>
        <pc:sldMkLst>
          <pc:docMk/>
          <pc:sldMk cId="634868642" sldId="269"/>
        </pc:sldMkLst>
        <pc:spChg chg="mod">
          <ac:chgData name="Sai Charan Annam" userId="6d9f449d26e800e4" providerId="LiveId" clId="{607657D1-C5A2-42B9-9B75-ED9468974083}" dt="2025-11-17T15:58:11.188" v="276" actId="20577"/>
          <ac:spMkLst>
            <pc:docMk/>
            <pc:sldMk cId="634868642" sldId="269"/>
            <ac:spMk id="2" creationId="{C3512FCD-F37F-0751-FA22-93AF1C1B10F1}"/>
          </ac:spMkLst>
        </pc:spChg>
        <pc:spChg chg="mod">
          <ac:chgData name="Sai Charan Annam" userId="6d9f449d26e800e4" providerId="LiveId" clId="{607657D1-C5A2-42B9-9B75-ED9468974083}" dt="2025-11-17T15:53:45.872" v="194" actId="2711"/>
          <ac:spMkLst>
            <pc:docMk/>
            <pc:sldMk cId="634868642" sldId="269"/>
            <ac:spMk id="3" creationId="{619F16AD-572F-9093-853A-DF1F16C4A7D5}"/>
          </ac:spMkLst>
        </pc:spChg>
      </pc:sldChg>
      <pc:sldChg chg="modSp mod">
        <pc:chgData name="Sai Charan Annam" userId="6d9f449d26e800e4" providerId="LiveId" clId="{607657D1-C5A2-42B9-9B75-ED9468974083}" dt="2025-11-17T18:09:07.481" v="541" actId="20577"/>
        <pc:sldMkLst>
          <pc:docMk/>
          <pc:sldMk cId="481089398" sldId="270"/>
        </pc:sldMkLst>
        <pc:spChg chg="mod">
          <ac:chgData name="Sai Charan Annam" userId="6d9f449d26e800e4" providerId="LiveId" clId="{607657D1-C5A2-42B9-9B75-ED9468974083}" dt="2025-11-17T18:09:07.481" v="541" actId="20577"/>
          <ac:spMkLst>
            <pc:docMk/>
            <pc:sldMk cId="481089398" sldId="270"/>
            <ac:spMk id="3" creationId="{30483055-9461-468C-4F10-1926D65C93A0}"/>
          </ac:spMkLst>
        </pc:spChg>
      </pc:sldChg>
      <pc:sldChg chg="modSp mod">
        <pc:chgData name="Sai Charan Annam" userId="6d9f449d26e800e4" providerId="LiveId" clId="{607657D1-C5A2-42B9-9B75-ED9468974083}" dt="2025-11-17T16:13:53.386" v="295" actId="20577"/>
        <pc:sldMkLst>
          <pc:docMk/>
          <pc:sldMk cId="1677102374" sldId="271"/>
        </pc:sldMkLst>
        <pc:spChg chg="mod">
          <ac:chgData name="Sai Charan Annam" userId="6d9f449d26e800e4" providerId="LiveId" clId="{607657D1-C5A2-42B9-9B75-ED9468974083}" dt="2025-11-17T16:13:53.386" v="295" actId="20577"/>
          <ac:spMkLst>
            <pc:docMk/>
            <pc:sldMk cId="1677102374" sldId="271"/>
            <ac:spMk id="3" creationId="{7E79564C-BD26-DE24-258C-925F840AEFAC}"/>
          </ac:spMkLst>
        </pc:spChg>
      </pc:sldChg>
      <pc:sldChg chg="modSp mod">
        <pc:chgData name="Sai Charan Annam" userId="6d9f449d26e800e4" providerId="LiveId" clId="{607657D1-C5A2-42B9-9B75-ED9468974083}" dt="2025-11-17T16:23:32.303" v="301" actId="14100"/>
        <pc:sldMkLst>
          <pc:docMk/>
          <pc:sldMk cId="2935406492" sldId="272"/>
        </pc:sldMkLst>
        <pc:spChg chg="mod">
          <ac:chgData name="Sai Charan Annam" userId="6d9f449d26e800e4" providerId="LiveId" clId="{607657D1-C5A2-42B9-9B75-ED9468974083}" dt="2025-11-17T16:23:32.303" v="301" actId="14100"/>
          <ac:spMkLst>
            <pc:docMk/>
            <pc:sldMk cId="2935406492" sldId="272"/>
            <ac:spMk id="2" creationId="{C9946246-D800-CAF9-B75D-CB530E03053A}"/>
          </ac:spMkLst>
        </pc:spChg>
      </pc:sldChg>
      <pc:sldChg chg="modSp mod">
        <pc:chgData name="Sai Charan Annam" userId="6d9f449d26e800e4" providerId="LiveId" clId="{607657D1-C5A2-42B9-9B75-ED9468974083}" dt="2025-11-17T15:34:44.283" v="81" actId="33524"/>
        <pc:sldMkLst>
          <pc:docMk/>
          <pc:sldMk cId="1263917940" sldId="275"/>
        </pc:sldMkLst>
        <pc:spChg chg="mod">
          <ac:chgData name="Sai Charan Annam" userId="6d9f449d26e800e4" providerId="LiveId" clId="{607657D1-C5A2-42B9-9B75-ED9468974083}" dt="2025-11-17T15:34:44.283" v="81" actId="33524"/>
          <ac:spMkLst>
            <pc:docMk/>
            <pc:sldMk cId="1263917940" sldId="275"/>
            <ac:spMk id="4" creationId="{C09148A2-BCFE-B510-735C-CA356E443070}"/>
          </ac:spMkLst>
        </pc:spChg>
      </pc:sldChg>
      <pc:sldChg chg="addSp delSp modSp new mod ord">
        <pc:chgData name="Sai Charan Annam" userId="6d9f449d26e800e4" providerId="LiveId" clId="{607657D1-C5A2-42B9-9B75-ED9468974083}" dt="2025-11-17T17:36:40.219" v="525"/>
        <pc:sldMkLst>
          <pc:docMk/>
          <pc:sldMk cId="3761625355" sldId="276"/>
        </pc:sldMkLst>
        <pc:spChg chg="mod">
          <ac:chgData name="Sai Charan Annam" userId="6d9f449d26e800e4" providerId="LiveId" clId="{607657D1-C5A2-42B9-9B75-ED9468974083}" dt="2025-11-17T16:27:28.245" v="311" actId="113"/>
          <ac:spMkLst>
            <pc:docMk/>
            <pc:sldMk cId="3761625355" sldId="276"/>
            <ac:spMk id="2" creationId="{DC8E64D8-3AE2-DFB0-2C2D-895EABB58476}"/>
          </ac:spMkLst>
        </pc:spChg>
        <pc:spChg chg="add del">
          <ac:chgData name="Sai Charan Annam" userId="6d9f449d26e800e4" providerId="LiveId" clId="{607657D1-C5A2-42B9-9B75-ED9468974083}" dt="2025-11-17T16:59:43.494" v="314" actId="3680"/>
          <ac:spMkLst>
            <pc:docMk/>
            <pc:sldMk cId="3761625355" sldId="276"/>
            <ac:spMk id="3" creationId="{2D1AB979-7183-AECF-BD05-BFCC09C36D61}"/>
          </ac:spMkLst>
        </pc:spChg>
        <pc:graphicFrameChg chg="add del mod ord modGraphic">
          <ac:chgData name="Sai Charan Annam" userId="6d9f449d26e800e4" providerId="LiveId" clId="{607657D1-C5A2-42B9-9B75-ED9468974083}" dt="2025-11-17T16:58:32.025" v="313" actId="3680"/>
          <ac:graphicFrameMkLst>
            <pc:docMk/>
            <pc:sldMk cId="3761625355" sldId="276"/>
            <ac:graphicFrameMk id="4" creationId="{1D00BD69-FBF3-EDD4-DEB5-B04BF77B83DD}"/>
          </ac:graphicFrameMkLst>
        </pc:graphicFrameChg>
        <pc:graphicFrameChg chg="add mod ord modGraphic">
          <ac:chgData name="Sai Charan Annam" userId="6d9f449d26e800e4" providerId="LiveId" clId="{607657D1-C5A2-42B9-9B75-ED9468974083}" dt="2025-11-17T17:36:18.658" v="523" actId="20577"/>
          <ac:graphicFrameMkLst>
            <pc:docMk/>
            <pc:sldMk cId="3761625355" sldId="276"/>
            <ac:graphicFrameMk id="7" creationId="{8D3C4E1F-0007-2153-9466-33CE5A8D9C1D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41AE5-6D93-2CE4-0F8C-CD125D1F9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09D2B4-57CC-E404-08FC-EA2A680A6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49A58-A24F-ECCE-608C-503821451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E14CF-0643-4D4D-AC44-07448E37A5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BB662-5FB4-6FD9-4753-615E8B1DD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7A4A0-89D6-6B26-458E-998119357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C5E5-6C1C-4B2F-993E-2FEEFA3B6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637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66C26-9BF1-69AA-8172-9CFD581C7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44953-3AD6-A8C8-7109-BD25A5E60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F43E7-1499-6B71-7920-B653D05CD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E14CF-0643-4D4D-AC44-07448E37A5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5358-87B3-52EC-3932-2411B48F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F610B-FD27-1AB1-AA47-2F306010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C5E5-6C1C-4B2F-993E-2FEEFA3B6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21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66043-48C6-9233-F8EC-C01C57422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32DB8-AADA-3DBF-D9E0-8477224E0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5888A-F22A-BE19-5AE6-D92A359B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E14CF-0643-4D4D-AC44-07448E37A5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8DEB1-8311-DBCB-2FF0-1BD266B2B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2EA8B-3FF6-A32C-D30A-276B0DD42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C5E5-6C1C-4B2F-993E-2FEEFA3B6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73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BCF7A-D842-0A1B-A407-87E0B18A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5034-EA8E-72F9-34F8-91E9D8B48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43BCD-027E-EE12-9474-E0AE5CE35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D0430-706B-2B07-37C1-7A6F3F44C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E14CF-0643-4D4D-AC44-07448E37A5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9CC71-70ED-ED95-3A25-59E186B3E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D932A-953B-4706-001B-46E30BC3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C5E5-6C1C-4B2F-993E-2FEEFA3B6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92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50BF5-CDB7-3684-E9AD-7F5003F9D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67DF5-1410-EA7A-450C-FB312D646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991C6-5945-3F78-6B03-2F7CD0B57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4D8E1B-9522-8684-79EB-395416474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CDDFDC-5CB9-3E50-BE63-A3307E6CF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CDB34-4E37-CFA7-4CE9-AEEF4169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E14CF-0643-4D4D-AC44-07448E37A5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60985D-ED3E-E30A-C2EA-5E9A994C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E8D085-6E07-520E-9FC7-CB302B98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C5E5-6C1C-4B2F-993E-2FEEFA3B6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43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0EDCC-79DF-87C7-7B30-D511686B0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3FC9D-820C-DA1C-7895-45CCDE2B4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E14CF-0643-4D4D-AC44-07448E37A5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D367-1F44-FFB7-407A-276F3913D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FE4BA-B966-1BB7-21BC-DC7B7654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C5E5-6C1C-4B2F-993E-2FEEFA3B6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703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AA0283-2330-4A59-340D-674BB6514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E14CF-0643-4D4D-AC44-07448E37A5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CFF982-02FD-1F20-1D61-9D05891F6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9C604-92F4-D4AC-77BE-110DA7AAE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C5E5-6C1C-4B2F-993E-2FEEFA3B6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98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5B843-986E-2AC9-A0C9-7393E9668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F17B8-96B1-C560-9CD1-9AFB201C5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8BEED-4265-48C6-F065-BA4720132B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F91D5-5946-54C6-F3E3-7B32487B4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E14CF-0643-4D4D-AC44-07448E37A5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1A63B-50B0-F6FB-9BE6-A818E5EAF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BDC8E-058C-C3BD-53FC-C1E260DC9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C5E5-6C1C-4B2F-993E-2FEEFA3B6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58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7FBCE-E85D-B6ED-0720-E5BE8038E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928604-04C7-EC24-4600-8AE24FACB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444DA-7580-28B6-596D-0674A6499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B29E9-5124-CF1D-41EE-1883CA7F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E14CF-0643-4D4D-AC44-07448E37A5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EE991-9B2E-90CD-83C5-CC8A99325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50645C-1F88-2A1C-D6E0-C263F5A2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C5E5-6C1C-4B2F-993E-2FEEFA3B6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419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4769A-FAE0-3047-106B-AD87C2531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3893A-30C4-5B98-0F44-EBE532393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0C63A-657E-043A-50D7-FA0726AB9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E14CF-0643-4D4D-AC44-07448E37A5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1C342-535B-8EF1-1A64-F0FDF2BF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E532D-5FFE-1FA2-C1BA-674BF935E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C5E5-6C1C-4B2F-993E-2FEEFA3B6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299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3DBD0B-B286-E607-F73E-9DAE2EFD9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38FAE7-C02A-29F4-442D-D9789D296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DC021-6444-2E58-1AF7-3D8880FD1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E14CF-0643-4D4D-AC44-07448E37A5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FD9CA-3EE9-7C7E-009B-4F48DCB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BA756-1B49-3A2C-9ECF-9BFFAD98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C5E5-6C1C-4B2F-993E-2FEEFA3B6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38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BA0AA0-1D8D-E6CE-CDF0-08F1CDB3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9FACA-E113-EA91-67C6-FA71A422C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20450-D4C7-29D4-A2AF-D8BF5A856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E14CF-0643-4D4D-AC44-07448E37A536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E794A-6C6F-F555-114C-01161551E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D86E0-8ED1-F207-B434-E5DDBB631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9C5E5-6C1C-4B2F-993E-2FEEFA3B6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93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D4458-DBE8-E91B-A541-73CBAA847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375" y="2238374"/>
            <a:ext cx="9239249" cy="1698369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 err="1"/>
              <a:t>ThreatSense</a:t>
            </a:r>
            <a:r>
              <a:rPr lang="en-IN" sz="5400" b="1" dirty="0"/>
              <a:t>: Intelligent Threat Detection</a:t>
            </a:r>
            <a:endParaRPr lang="en-IN" sz="5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35CE1-D61D-A2F1-13AC-B41CD22DCF84}"/>
              </a:ext>
            </a:extLst>
          </p:cNvPr>
          <p:cNvSpPr txBox="1"/>
          <p:nvPr/>
        </p:nvSpPr>
        <p:spPr>
          <a:xfrm>
            <a:off x="8134350" y="4619626"/>
            <a:ext cx="20886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</a:t>
            </a:r>
          </a:p>
          <a:p>
            <a:r>
              <a:rPr lang="en-US" dirty="0"/>
              <a:t>Sai Charan Annam,</a:t>
            </a:r>
          </a:p>
          <a:p>
            <a:r>
              <a:rPr lang="en-US" dirty="0"/>
              <a:t>Vani </a:t>
            </a:r>
            <a:r>
              <a:rPr lang="en-US" dirty="0" err="1"/>
              <a:t>Janagani</a:t>
            </a:r>
            <a:r>
              <a:rPr lang="en-US" dirty="0"/>
              <a:t>,</a:t>
            </a:r>
          </a:p>
          <a:p>
            <a:r>
              <a:rPr lang="en-US" dirty="0"/>
              <a:t>Pavan Kalyan Pathi.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341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2A262-047A-6A6E-DD36-64BDDC3F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FDB1B-D73D-CE7C-407C-40250F506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Growing volume and complexity of cyber threats.</a:t>
            </a:r>
          </a:p>
          <a:p>
            <a:r>
              <a:rPr lang="en-US" dirty="0"/>
              <a:t>Modern networks generate huge volumes of security events every day.</a:t>
            </a:r>
          </a:p>
          <a:p>
            <a:r>
              <a:rPr lang="en-US" dirty="0"/>
              <a:t>Need for efficient log analysis and alert reduction.</a:t>
            </a:r>
          </a:p>
          <a:p>
            <a:r>
              <a:rPr lang="en-US" dirty="0"/>
              <a:t>ML provides intelligent approach to detect attack patterns.</a:t>
            </a:r>
          </a:p>
          <a:p>
            <a:r>
              <a:rPr lang="en-US" dirty="0"/>
              <a:t>Using data sets in ML can identify new and unknown threats.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513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E356D-B4FF-ABA3-3CAE-02E6A7D0B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THREAT DETECTION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9564C-BD26-DE24-258C-925F840AE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441"/>
            <a:ext cx="995172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The process of identifying malicious or suspicious activity that can harm computer’s network system or data is known as threat detection.</a:t>
            </a:r>
          </a:p>
          <a:p>
            <a:pPr marL="0" indent="0" algn="just">
              <a:buNone/>
            </a:pPr>
            <a:r>
              <a:rPr lang="en-IN" b="1" dirty="0"/>
              <a:t>Types of threats: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Network intrusions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Malware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Phishing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dirty="0"/>
              <a:t>Insider threats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102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46246-D800-CAF9-B75D-CB530E030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81488" cy="1325563"/>
          </a:xfrm>
        </p:spPr>
        <p:txBody>
          <a:bodyPr/>
          <a:lstStyle/>
          <a:p>
            <a:r>
              <a:rPr lang="en-IN" b="1" dirty="0"/>
              <a:t>WHY DETECTING THREATS ARE CHALLENGING TODAY?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52546-B630-64DA-A076-69F179DEC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Rapidly evolving threat landscape</a:t>
            </a:r>
          </a:p>
          <a:p>
            <a:r>
              <a:rPr lang="en-IN" dirty="0"/>
              <a:t>Massive data volume </a:t>
            </a:r>
          </a:p>
          <a:p>
            <a:r>
              <a:rPr lang="en-IN" dirty="0"/>
              <a:t>Encrypted and obfuscated data</a:t>
            </a:r>
          </a:p>
          <a:p>
            <a:r>
              <a:rPr lang="en-IN" dirty="0"/>
              <a:t>False positives </a:t>
            </a:r>
          </a:p>
          <a:p>
            <a:r>
              <a:rPr lang="en-IN" dirty="0"/>
              <a:t>Shortage of skilled analysts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5406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D8B6-B14A-C6F1-F82B-015F0134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D014B-0B9E-CD6E-CF3B-37E4FE6C6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46574" cy="4351338"/>
          </a:xfrm>
        </p:spPr>
        <p:txBody>
          <a:bodyPr/>
          <a:lstStyle/>
          <a:p>
            <a:pPr algn="just"/>
            <a:r>
              <a:rPr lang="en-IN" dirty="0"/>
              <a:t>Collection of structured and unstructured data.</a:t>
            </a:r>
          </a:p>
          <a:p>
            <a:pPr algn="just"/>
            <a:r>
              <a:rPr lang="en-IN" dirty="0"/>
              <a:t>Multiple rows and columns.</a:t>
            </a:r>
          </a:p>
          <a:p>
            <a:pPr algn="just"/>
            <a:r>
              <a:rPr lang="en-IN" dirty="0"/>
              <a:t>Includes network traffic logs, attack signatures or patterns, and system event records.</a:t>
            </a:r>
          </a:p>
          <a:p>
            <a:pPr algn="just"/>
            <a:r>
              <a:rPr lang="en-IN" dirty="0"/>
              <a:t>External data sets are used to train the ML. </a:t>
            </a:r>
          </a:p>
          <a:p>
            <a:pPr marL="0" indent="0" algn="just">
              <a:buNone/>
            </a:pPr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8754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D773D-334C-8178-EF68-B6675D1FE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6EB92-AB02-9AA5-64C1-6CD78A253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61206" cy="4351338"/>
          </a:xfrm>
        </p:spPr>
        <p:txBody>
          <a:bodyPr/>
          <a:lstStyle/>
          <a:p>
            <a:r>
              <a:rPr lang="en-US" dirty="0"/>
              <a:t>High-dimensional and redundant data in security event logs.</a:t>
            </a:r>
          </a:p>
          <a:p>
            <a:r>
              <a:rPr lang="en-US" dirty="0"/>
              <a:t>SOC receive massive amounts of log data every day.</a:t>
            </a:r>
          </a:p>
          <a:p>
            <a:r>
              <a:rPr lang="en-US" dirty="0"/>
              <a:t>Difficulty in identifying true positive vs. false positives.</a:t>
            </a:r>
          </a:p>
          <a:p>
            <a:r>
              <a:rPr lang="en-US" dirty="0"/>
              <a:t>Lack of </a:t>
            </a:r>
            <a:r>
              <a:rPr lang="en-IN" dirty="0"/>
              <a:t>scalability and accuracy.</a:t>
            </a:r>
          </a:p>
          <a:p>
            <a:r>
              <a:rPr lang="en-US" dirty="0"/>
              <a:t>Analysts spends immense amount of time and money to investigate suspicious alerts.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995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B935-D6F9-210F-E72E-EA5BFB085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DFE21-0110-261B-8BC1-B89769907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9147048" cy="3596767"/>
          </a:xfrm>
        </p:spPr>
        <p:txBody>
          <a:bodyPr/>
          <a:lstStyle/>
          <a:p>
            <a:pPr algn="just"/>
            <a:r>
              <a:rPr lang="en-IN" dirty="0"/>
              <a:t>Converts large scale of security events into small individual events.</a:t>
            </a:r>
          </a:p>
          <a:p>
            <a:pPr algn="just"/>
            <a:r>
              <a:rPr lang="en-IN" dirty="0"/>
              <a:t>Uses external data sets to train the ML.</a:t>
            </a:r>
          </a:p>
          <a:p>
            <a:pPr algn="just"/>
            <a:r>
              <a:rPr lang="en-IN" dirty="0"/>
              <a:t>Learns normal and threat patterns using AI based methods.</a:t>
            </a:r>
          </a:p>
          <a:p>
            <a:pPr algn="just"/>
            <a:r>
              <a:rPr lang="en-US" dirty="0"/>
              <a:t>This innovative approach reduces dimensionality space, overcoming a common challenge in traditional data mining techniques related to log analysis.</a:t>
            </a:r>
            <a:endParaRPr lang="en-IN" dirty="0"/>
          </a:p>
          <a:p>
            <a:pPr algn="just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69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CB56-4637-292C-9DA7-1ED9FDC0E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6FC26-9D4D-3284-7A17-5159875CD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SIEM analysts can spend very less efforts and time to differentiate between true and false security alerts.</a:t>
            </a:r>
          </a:p>
          <a:p>
            <a:r>
              <a:rPr lang="en-IN" dirty="0"/>
              <a:t>Reduction of false positives alerts.</a:t>
            </a:r>
          </a:p>
          <a:p>
            <a:r>
              <a:rPr lang="en-IN" dirty="0"/>
              <a:t>Efficient alert management.</a:t>
            </a:r>
          </a:p>
          <a:p>
            <a:r>
              <a:rPr lang="en-IN" dirty="0"/>
              <a:t>Real world applicability.</a:t>
            </a:r>
          </a:p>
        </p:txBody>
      </p:sp>
    </p:spTree>
    <p:extLst>
      <p:ext uri="{BB962C8B-B14F-4D97-AF65-F5344CB8AC3E}">
        <p14:creationId xmlns:p14="http://schemas.microsoft.com/office/powerpoint/2010/main" val="3866593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3CC6-4869-667C-78E3-77016F8D7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973"/>
            <a:ext cx="10515600" cy="1325563"/>
          </a:xfrm>
        </p:spPr>
        <p:txBody>
          <a:bodyPr/>
          <a:lstStyle/>
          <a:p>
            <a:r>
              <a:rPr lang="en-IN" b="1" dirty="0"/>
              <a:t>DATASETS AND DATA PROCESSING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363F9-CD04-D996-0BA0-67BDC7B6C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7915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Datasets used</a:t>
            </a:r>
          </a:p>
          <a:p>
            <a:r>
              <a:rPr lang="en-IN" dirty="0"/>
              <a:t>NSL-KDD</a:t>
            </a:r>
          </a:p>
          <a:p>
            <a:r>
              <a:rPr lang="en-IN" dirty="0"/>
              <a:t>CICIDS2017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involves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cs typeface="Times New Roman" panose="02020603050405020304" pitchFamily="18" charset="0"/>
              </a:rPr>
              <a:t>TF-IDE</a:t>
            </a:r>
            <a:r>
              <a:rPr lang="en-US" sz="2600" dirty="0">
                <a:cs typeface="Times New Roman" panose="02020603050405020304" pitchFamily="18" charset="0"/>
              </a:rPr>
              <a:t> (Term Frequency-Inverse Document Frequency): Evaluates word importance in documents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dirty="0">
                <a:cs typeface="Times New Roman" panose="02020603050405020304" pitchFamily="18" charset="0"/>
              </a:rPr>
              <a:t>Event Vectorization</a:t>
            </a:r>
            <a:r>
              <a:rPr lang="en-US" sz="2600" dirty="0">
                <a:cs typeface="Times New Roman" panose="02020603050405020304" pitchFamily="18" charset="0"/>
              </a:rPr>
              <a:t>: Represents events or data points as numerical vectors.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4651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12FCD-F37F-0751-FA22-93AF1C1B1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ML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16AD-572F-9093-853A-DF1F16C4A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33387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600" b="1" dirty="0">
                <a:cs typeface="Times New Roman" panose="02020603050405020304" pitchFamily="18" charset="0"/>
              </a:rPr>
              <a:t>CNN</a:t>
            </a:r>
            <a:r>
              <a:rPr lang="en-IN" sz="2600" dirty="0">
                <a:cs typeface="Times New Roman" panose="02020603050405020304" pitchFamily="18" charset="0"/>
              </a:rPr>
              <a:t>: Deep learning for image analysis.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b="1" dirty="0">
                <a:cs typeface="Times New Roman" panose="02020603050405020304" pitchFamily="18" charset="0"/>
              </a:rPr>
              <a:t>SVM</a:t>
            </a:r>
            <a:r>
              <a:rPr lang="en-IN" sz="2600" dirty="0">
                <a:cs typeface="Times New Roman" panose="02020603050405020304" pitchFamily="18" charset="0"/>
              </a:rPr>
              <a:t>: Effective for classification and regression with high-dimensional data.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b="1" dirty="0">
                <a:cs typeface="Times New Roman" panose="02020603050405020304" pitchFamily="18" charset="0"/>
              </a:rPr>
              <a:t>RF</a:t>
            </a:r>
            <a:r>
              <a:rPr lang="en-IN" sz="2600" dirty="0">
                <a:cs typeface="Times New Roman" panose="02020603050405020304" pitchFamily="18" charset="0"/>
              </a:rPr>
              <a:t>: Ensemble learning for improved accuracy and handling complex datasets.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b="1" dirty="0">
                <a:cs typeface="Times New Roman" panose="02020603050405020304" pitchFamily="18" charset="0"/>
              </a:rPr>
              <a:t>NNP</a:t>
            </a:r>
            <a:r>
              <a:rPr lang="en-IN" sz="2600" dirty="0">
                <a:cs typeface="Times New Roman" panose="02020603050405020304" pitchFamily="18" charset="0"/>
              </a:rPr>
              <a:t>: Instance-based learning for simple and small dataset classification.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b="1" dirty="0">
                <a:cs typeface="Times New Roman" panose="02020603050405020304" pitchFamily="18" charset="0"/>
              </a:rPr>
              <a:t>KNN</a:t>
            </a:r>
            <a:r>
              <a:rPr lang="en-IN" sz="2600" dirty="0">
                <a:cs typeface="Times New Roman" panose="02020603050405020304" pitchFamily="18" charset="0"/>
              </a:rPr>
              <a:t>: Classifies based on nearest neighbours, suitable for various tasks.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600" b="1" dirty="0">
                <a:cs typeface="Times New Roman" panose="02020603050405020304" pitchFamily="18" charset="0"/>
              </a:rPr>
              <a:t>Decision</a:t>
            </a:r>
            <a:r>
              <a:rPr lang="en-IN" sz="2600" dirty="0">
                <a:cs typeface="Times New Roman" panose="02020603050405020304" pitchFamily="18" charset="0"/>
              </a:rPr>
              <a:t> </a:t>
            </a:r>
            <a:r>
              <a:rPr lang="en-IN" sz="2600" b="1" dirty="0">
                <a:cs typeface="Times New Roman" panose="02020603050405020304" pitchFamily="18" charset="0"/>
              </a:rPr>
              <a:t>Tree</a:t>
            </a:r>
            <a:r>
              <a:rPr lang="en-IN" sz="2600" dirty="0">
                <a:cs typeface="Times New Roman" panose="02020603050405020304" pitchFamily="18" charset="0"/>
              </a:rPr>
              <a:t>: Interpretable model for classification and regression tasks.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4868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AC86-B592-8398-B0EB-AFB1011AD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73C76-9673-577A-C8F1-92C82431E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Collection</a:t>
            </a:r>
          </a:p>
          <a:p>
            <a:r>
              <a:rPr lang="en-US" dirty="0"/>
              <a:t>Preprocessing (Feature extraction + base point generation)</a:t>
            </a:r>
          </a:p>
          <a:p>
            <a:r>
              <a:rPr lang="en-IN" dirty="0"/>
              <a:t>Model Training</a:t>
            </a:r>
          </a:p>
          <a:p>
            <a:r>
              <a:rPr lang="en-IN" dirty="0"/>
              <a:t>White-box testing</a:t>
            </a:r>
          </a:p>
          <a:p>
            <a:r>
              <a:rPr lang="en-IN" dirty="0"/>
              <a:t>Evaluation &amp; Comparison</a:t>
            </a:r>
          </a:p>
        </p:txBody>
      </p:sp>
    </p:spTree>
    <p:extLst>
      <p:ext uri="{BB962C8B-B14F-4D97-AF65-F5344CB8AC3E}">
        <p14:creationId xmlns:p14="http://schemas.microsoft.com/office/powerpoint/2010/main" val="1782418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80329-F97E-7FA0-7122-83AEADEE3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ARCHITECTURE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F57996-4A65-77A5-AC2B-E6A72283B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5497" y="1690688"/>
            <a:ext cx="6236208" cy="491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3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1FD85-B113-8CA0-A74A-D76953EF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9EF33-C82B-B883-FF18-AFB4844FD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481"/>
            <a:ext cx="10515600" cy="4351338"/>
          </a:xfrm>
        </p:spPr>
        <p:txBody>
          <a:bodyPr/>
          <a:lstStyle/>
          <a:p>
            <a:r>
              <a:rPr lang="en-IN" dirty="0"/>
              <a:t>Accuracy </a:t>
            </a:r>
          </a:p>
          <a:p>
            <a:r>
              <a:rPr lang="en-IN" dirty="0"/>
              <a:t>Recall</a:t>
            </a:r>
          </a:p>
          <a:p>
            <a:r>
              <a:rPr lang="en-IN" dirty="0"/>
              <a:t>F1-score </a:t>
            </a:r>
          </a:p>
          <a:p>
            <a:r>
              <a:rPr lang="en-IN" dirty="0"/>
              <a:t>Precision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351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D9A54-9B47-4FA9-05C2-EFAE5CD6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GRAPHS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50DDD7-459B-90F6-9CD6-BE21979AE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0992" y="3983609"/>
            <a:ext cx="5533058" cy="2874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DA6679-6979-DFA3-8DAA-1900CCC7A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65908"/>
            <a:ext cx="5209412" cy="27269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2DE9F0-4749-20AB-E14D-A4B676AF2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400" y="1298215"/>
            <a:ext cx="6744424" cy="268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906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E64D8-3AE2-DFB0-2C2D-895EABB5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</a:t>
            </a:r>
            <a:endParaRPr lang="en-IN" b="1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D3C4E1F-0007-2153-9466-33CE5A8D9C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759256"/>
              </p:ext>
            </p:extLst>
          </p:nvPr>
        </p:nvGraphicFramePr>
        <p:xfrm>
          <a:off x="838200" y="1825624"/>
          <a:ext cx="10134600" cy="3291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6920">
                  <a:extLst>
                    <a:ext uri="{9D8B030D-6E8A-4147-A177-3AD203B41FA5}">
                      <a16:colId xmlns:a16="http://schemas.microsoft.com/office/drawing/2014/main" val="3097760265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1377693838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2147906919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2138484338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2592423829"/>
                    </a:ext>
                  </a:extLst>
                </a:gridCol>
              </a:tblGrid>
              <a:tr h="47025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Precision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FMeasure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916983"/>
                  </a:ext>
                </a:extLst>
              </a:tr>
              <a:tr h="470258">
                <a:tc>
                  <a:txBody>
                    <a:bodyPr/>
                    <a:lstStyle/>
                    <a:p>
                      <a:r>
                        <a:rPr lang="en-US" dirty="0"/>
                        <a:t>KNN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71.3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59.3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37.3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42.9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957860"/>
                  </a:ext>
                </a:extLst>
              </a:tr>
              <a:tr h="470258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77.1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61.9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48.6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320745"/>
                  </a:ext>
                </a:extLst>
              </a:tr>
              <a:tr h="470258">
                <a:tc>
                  <a:txBody>
                    <a:bodyPr/>
                    <a:lstStyle/>
                    <a:p>
                      <a:r>
                        <a:rPr lang="en-US" dirty="0"/>
                        <a:t>SVM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83.5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66.4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52.9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58.8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194014"/>
                  </a:ext>
                </a:extLst>
              </a:tr>
              <a:tr h="470258">
                <a:tc>
                  <a:txBody>
                    <a:bodyPr/>
                    <a:lstStyle/>
                    <a:p>
                      <a:r>
                        <a:rPr lang="en-US" dirty="0"/>
                        <a:t>Naive Bayes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67.3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28.3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17.3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728748"/>
                  </a:ext>
                </a:extLst>
              </a:tr>
              <a:tr h="470258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53.2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904186"/>
                  </a:ext>
                </a:extLst>
              </a:tr>
              <a:tr h="470258">
                <a:tc>
                  <a:txBody>
                    <a:bodyPr/>
                    <a:lstStyle/>
                    <a:p>
                      <a:r>
                        <a:rPr lang="en-US" dirty="0"/>
                        <a:t>CNN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69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625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CFEF2-7A2B-6E40-8612-36A1ED81B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WORKS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9148A2-BCFE-B510-735C-CA356E4430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59801"/>
            <a:ext cx="1005230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Integrate advanced deep-learning models such as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Transformers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better long-term threat pattern analysis.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Implementing the best algorithm to make the prediction more accurate and faster.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semi-supervised and self-supervised learning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reduce dependence on labeled datasets.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Incorporate external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threat-intelligence feeds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more accurate and context-aware detection.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 a full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AI-SIEM dashboard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automated alert prioritization.</a:t>
            </a:r>
          </a:p>
        </p:txBody>
      </p:sp>
    </p:spTree>
    <p:extLst>
      <p:ext uri="{BB962C8B-B14F-4D97-AF65-F5344CB8AC3E}">
        <p14:creationId xmlns:p14="http://schemas.microsoft.com/office/powerpoint/2010/main" val="1263917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CE3B2-C836-CA3E-C8B7-3FCF1D84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0F5D6B-C434-540F-A090-CA0AB78AA0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0844"/>
            <a:ext cx="9841992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ML-based threat detection system improves accuracy compared to traditional security methods.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Multiple ML models (CNN, SVM, RF, KNN, Decision Tree, NNP) were tested for performance comparison.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Achieves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reduced false positives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faster classification of security alerts.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The ML-based system significantly improves SOC efficiency by reducing false alerts and enabling faster threat identification.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In the future, this approach can be expanded using </a:t>
            </a:r>
            <a:r>
              <a:rPr lang="en-US" altLang="en-US" sz="2000" b="1" dirty="0"/>
              <a:t>deep learning models and real-time log streaming</a:t>
            </a:r>
            <a:r>
              <a:rPr lang="en-US" altLang="en-US" sz="2000" dirty="0"/>
              <a:t>, making the system even smarter and capable of detecting new and evolving cyber threats.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Overall, the project proves that machine learning will play a major role in </a:t>
            </a:r>
            <a:r>
              <a:rPr lang="en-US" altLang="en-US" sz="2000" b="1" dirty="0"/>
              <a:t>next-generation cybersecurity automation and intelligence</a:t>
            </a:r>
            <a:r>
              <a:rPr lang="en-US" altLang="en-US" sz="2000" dirty="0"/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85573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6D833-E620-2EC6-7B15-EC7340710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MY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83055-9461-468C-4F10-1926D65C9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500"/>
            <a:ext cx="10515600" cy="4531946"/>
          </a:xfrm>
        </p:spPr>
        <p:txBody>
          <a:bodyPr>
            <a:normAutofit fontScale="92500"/>
          </a:bodyPr>
          <a:lstStyle/>
          <a:p>
            <a:r>
              <a:rPr lang="en-US" dirty="0"/>
              <a:t>I have contributed to the design of the comprehensive architecture for the </a:t>
            </a:r>
            <a:r>
              <a:rPr lang="en-IN" b="1" dirty="0" err="1"/>
              <a:t>ThreatSense</a:t>
            </a:r>
            <a:r>
              <a:rPr lang="en-US" dirty="0"/>
              <a:t>. Additionally, I developed a modular code structure for managing datasets, preprocessing information, and integrating models.</a:t>
            </a:r>
          </a:p>
          <a:p>
            <a:r>
              <a:rPr lang="en-US" dirty="0"/>
              <a:t>I had major </a:t>
            </a:r>
            <a:r>
              <a:rPr lang="en-US"/>
              <a:t>contribution in completing the project documentation.</a:t>
            </a:r>
            <a:endParaRPr lang="en-US" dirty="0"/>
          </a:p>
          <a:p>
            <a:r>
              <a:rPr lang="en-US" dirty="0"/>
              <a:t>I also developed robust code for all machine learning algorithms to ensure accurate measurements of Accuracy, Recall, F1-Score, and Precision, and established a framework for generating appropriate graphical representations.</a:t>
            </a:r>
          </a:p>
          <a:p>
            <a:r>
              <a:rPr lang="en-US" dirty="0"/>
              <a:t>Furthermore, I collaborated with my team to design a user-friendly </a:t>
            </a:r>
            <a:r>
              <a:rPr lang="en-US" dirty="0" err="1"/>
              <a:t>Tkinter</a:t>
            </a:r>
            <a:r>
              <a:rPr lang="en-US" dirty="0"/>
              <a:t> graphical user interface, incorporating interactive elements and real-time updates within the interface.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089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6134</TotalTime>
  <Words>758</Words>
  <Application>Microsoft Office PowerPoint</Application>
  <PresentationFormat>Widescreen</PresentationFormat>
  <Paragraphs>126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ThreatSense: Intelligent Threat Detection</vt:lpstr>
      <vt:lpstr>INTRODUCTION</vt:lpstr>
      <vt:lpstr>WHAT IS THREAT DETECTION</vt:lpstr>
      <vt:lpstr>WHY DETECTING THREATS ARE CHALLENGING TODAY? </vt:lpstr>
      <vt:lpstr>WHAT ARE DATASETS</vt:lpstr>
      <vt:lpstr>PROBLEM STATEMENT</vt:lpstr>
      <vt:lpstr>PROPOSED SYSTEM OVERVIEW</vt:lpstr>
      <vt:lpstr>ADVANTAGES</vt:lpstr>
      <vt:lpstr>DATASETS AND DATA PROCESSING </vt:lpstr>
      <vt:lpstr>ML APPROACHES</vt:lpstr>
      <vt:lpstr>METHODOLOGY</vt:lpstr>
      <vt:lpstr>SYSTEM ARCHITECTURE</vt:lpstr>
      <vt:lpstr>EVALUATION METRICS</vt:lpstr>
      <vt:lpstr>GRAPHS</vt:lpstr>
      <vt:lpstr>RESULTS</vt:lpstr>
      <vt:lpstr>FUTURE WORKS</vt:lpstr>
      <vt:lpstr>CONCLUSION</vt:lpstr>
      <vt:lpstr>MY CONTRIBUTION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Kalyan</dc:creator>
  <cp:lastModifiedBy>Sai Charan Annam</cp:lastModifiedBy>
  <cp:revision>4</cp:revision>
  <dcterms:created xsi:type="dcterms:W3CDTF">2025-11-12T02:47:53Z</dcterms:created>
  <dcterms:modified xsi:type="dcterms:W3CDTF">2025-11-17T18:09:16Z</dcterms:modified>
</cp:coreProperties>
</file>